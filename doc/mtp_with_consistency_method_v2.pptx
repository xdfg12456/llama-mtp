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4 ~ Page 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12 ~ Page 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16 ~ Page 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25 ~ Page 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(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MTP) (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的目標：一次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forward 不只預測下一個 token，也讓多個 draft models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E2123A7-5657-506C-0440-C41A37A7C777}"/>
              </a:ext>
            </a:extLst>
          </p:cNvPr>
          <p:cNvSpPr/>
          <p:nvPr/>
        </p:nvSpPr>
        <p:spPr>
          <a:xfrm flipV="1">
            <a:off x="2297883" y="2752364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610B4AEF-9601-8981-AF8D-0A367E00D703}"/>
              </a:ext>
            </a:extLst>
          </p:cNvPr>
          <p:cNvSpPr/>
          <p:nvPr/>
        </p:nvSpPr>
        <p:spPr>
          <a:xfrm>
            <a:off x="1008585" y="2277973"/>
            <a:ext cx="1285240" cy="900000"/>
          </a:xfrm>
          <a:prstGeom prst="rect">
            <a:avLst/>
          </a:prstGeom>
          <a:noFill/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Input</a:t>
            </a:r>
            <a:r>
              <a: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t₀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78320403-216C-E725-4CC6-A86BC60C4514}"/>
              </a:ext>
            </a:extLst>
          </p:cNvPr>
          <p:cNvSpPr/>
          <p:nvPr/>
        </p:nvSpPr>
        <p:spPr>
          <a:xfrm>
            <a:off x="3377879" y="2322525"/>
            <a:ext cx="1800000" cy="90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</a:p>
          <a:p>
            <a:pPr marL="0" indent="0" algn="ctr">
              <a:buNone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(target + draft)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55F93E8-79DA-8CA5-012E-0FEA8456961F}"/>
              </a:ext>
            </a:extLst>
          </p:cNvPr>
          <p:cNvSpPr/>
          <p:nvPr/>
        </p:nvSpPr>
        <p:spPr>
          <a:xfrm>
            <a:off x="9020095" y="2315909"/>
            <a:ext cx="18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Output: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…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k</a:t>
            </a:r>
            <a:endParaRPr lang="en-US" sz="1600" baseline="-25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0" y="4692814"/>
            <a:ext cx="10713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若 draft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的預測與主模型一致，self-speculative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decoding 就能一次接受多個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token，降低實際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D636A4ED-0CDB-5815-2A3F-D4D8056E766D}"/>
              </a:ext>
            </a:extLst>
          </p:cNvPr>
          <p:cNvSpPr/>
          <p:nvPr/>
        </p:nvSpPr>
        <p:spPr>
          <a:xfrm flipV="1">
            <a:off x="5177871" y="2749612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B593E249-C2DA-3C9D-D738-D897E2040B90}"/>
              </a:ext>
            </a:extLst>
          </p:cNvPr>
          <p:cNvSpPr/>
          <p:nvPr/>
        </p:nvSpPr>
        <p:spPr>
          <a:xfrm>
            <a:off x="6249743" y="2307868"/>
            <a:ext cx="1800000" cy="9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D60F4829-8322-075A-A3AC-A78060E7551B}"/>
              </a:ext>
            </a:extLst>
          </p:cNvPr>
          <p:cNvSpPr/>
          <p:nvPr/>
        </p:nvSpPr>
        <p:spPr>
          <a:xfrm flipV="1">
            <a:off x="8057859" y="2737126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draft model 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訓練每個 target, draft model，但不同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04886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pretrain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階段中，不改變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model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架構的前提下，僅在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loss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加入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regularization (Consistency Method)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，以此提升模型表現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4105611" y="2391690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 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不準確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遠，越難最佳化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在本實驗中所使用的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Method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共分為兩種：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selective distribution consistency(SDC), latent consistency matching(LCM)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25300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2072935" y="2865448"/>
              <a:ext cx="4705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shift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這是我們新研發的方法，目標是讓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output probability distribution align teacher output probability distribution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75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並且，算法會把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低信心度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mask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掉，在計算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會忽略這個位置的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之外，我們還需要在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latent(embedding) layer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更靠近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下圖所示為多維壓縮成二維的展示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356412" y="296689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049548" cy="923277"/>
              <a:chOff x="7190913" y="3346882"/>
              <a:chExt cx="1049548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79224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get close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730884" cy="720000"/>
            <a:chOff x="653396" y="1099656"/>
            <a:chExt cx="10730884" cy="720000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pretrain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階段，我們提出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來當作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loss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regulation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，以此約束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，讓其的預測結果更符合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所期待的</a:t>
              </a:r>
              <a:r>
                <a:rPr 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Experimental Result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我們提供實驗結果包括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 accepted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PPL…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，當作比起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改善證據，其中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提升約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+ LCM joint training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從實驗結果來看能發現，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並不會互相衝突造成反效果。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F3A430A-4D92-6FE8-8045-7539BA22788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02940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(target model)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計算成本主要集中在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的額外成本相對較小，因此可用於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</a:t>
            </a:r>
            <a:r>
              <a:rPr lang="en-US" b="1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Related works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未加入 consistency 時，每個 head 只根據自己的 target offset 計算 CE loss。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/ 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908467"/>
            <a:ext cx="11304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控制噪聲遮罩。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過高，會讓模型整體傾向高信心度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重複度的回答，可能造成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/ 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下降，</a:t>
            </a:r>
            <a:r>
              <a:rPr lang="en-US" altLang="zh-TW"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GenPPL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&gt;=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softmax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lcm _loss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/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: loss weight</a:t>
                </a: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blipFill>
                <a:blip r:embed="rId2"/>
                <a:stretch>
                  <a:fillRect l="-441" t="-7273" b="-21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352520" y="1309035"/>
            <a:ext cx="3776308" cy="2776787"/>
            <a:chOff x="8243995" y="1035356"/>
            <a:chExt cx="3776308" cy="2776787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243995" y="1035356"/>
              <a:ext cx="3776308" cy="2776787"/>
              <a:chOff x="4831951" y="1346844"/>
              <a:chExt cx="3776308" cy="1849730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831951" y="1346844"/>
                <a:ext cx="3776308" cy="184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or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K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/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𝐶𝐸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8734" t="-497321" r="-4525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906047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347472" y="4692420"/>
            <a:ext cx="79984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顯著降低達到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特別注意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也有些許提升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2" y="453991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683489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689211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Avg 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768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每次只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一次後統計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15062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4C09DC31-8D76-606A-7915-91BDBD34C6AB}"/>
              </a:ext>
            </a:extLst>
          </p:cNvPr>
          <p:cNvSpPr/>
          <p:nvPr/>
        </p:nvSpPr>
        <p:spPr>
          <a:xfrm>
            <a:off x="11042342" y="2601086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5601E793-191B-D7A6-95D2-697066244270}"/>
              </a:ext>
            </a:extLst>
          </p:cNvPr>
          <p:cNvSpPr/>
          <p:nvPr/>
        </p:nvSpPr>
        <p:spPr>
          <a:xfrm>
            <a:off x="11042342" y="3325837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D79ECB9-C2D5-0E2C-7463-003E9D99FD34}"/>
              </a:ext>
            </a:extLst>
          </p:cNvPr>
          <p:cNvSpPr/>
          <p:nvPr/>
        </p:nvSpPr>
        <p:spPr>
          <a:xfrm rot="10800000">
            <a:off x="11042342" y="1875240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2" y="4692420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雖然下降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，但是實際數值只差約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生成直到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60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035455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WikiText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OpenWebText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均屬於涵蓋多主題的一般英文文本，因此可能呈現相似的表現趨勢。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較正式且規則的句子結構，可能有助於所有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都獲得一致的改善。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對長距離上下文的高度依賴，可能是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 1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改善幅度較大的原因。</a:t>
                      </a:r>
                      <a:endParaRPr lang="en-US" altLang="zh-TW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有許多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latex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程式碼，可能限制各個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的改善幅度。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結構化且領域一致的寫作風格，可能有助於所有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獲得穩定改善。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的改善程度與資料集特性高度相關，其中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的提升較明顯。</a:t>
            </a:r>
            <a:b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～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b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～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686297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All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會使除了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外的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至於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上升，推測是訓練資料不夠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Avg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746666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516862" y="461072"/>
            <a:ext cx="2485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12890" y="4604738"/>
            <a:ext cx="237911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SDC, LCM weight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上升都能提升表現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上升到特定值，表現下降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跟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一樣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會最大程度提升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80340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430611" y="5023312"/>
            <a:ext cx="482322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只要使用到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會下降，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所有參數都有一個最佳值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914400" y="4892040"/>
            <a:ext cx="10608816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consistency-based training 能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提升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draft heads 的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最佳化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，使 semi-autoregressive generation 更穩定。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，不改變架構即能改善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head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正式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比較中，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1~4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全部下降，且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accept rate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提升到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，代表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 &amp; references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進一步測試不同模型規模、更多資料量、不同種類資料集。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繼續下一步訓練計畫如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 training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訓練足夠多資料量後補上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，測試實際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speed test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對照。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2969</Words>
  <Application>Microsoft Office PowerPoint</Application>
  <PresentationFormat>寬螢幕</PresentationFormat>
  <Paragraphs>627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151</cp:revision>
  <dcterms:created xsi:type="dcterms:W3CDTF">2026-07-31T02:55:52Z</dcterms:created>
  <dcterms:modified xsi:type="dcterms:W3CDTF">2026-08-03T09:46:18Z</dcterms:modified>
</cp:coreProperties>
</file>